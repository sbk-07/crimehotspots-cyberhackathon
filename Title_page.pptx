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5F5F5"/>
    <a:srgbClr val="2C3E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85E6B7-4ACF-4AE2-B2E1-B0774E1C0CD6}" v="2" dt="2025-03-28T04:53:19.5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58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LAKUMARAN S" userId="259a3a83-91b9-4b15-ba6e-dcd6e0692ff4" providerId="ADAL" clId="{E285E6B7-4ACF-4AE2-B2E1-B0774E1C0CD6}"/>
    <pc:docChg chg="undo custSel modSld">
      <pc:chgData name="BALAKUMARAN S" userId="259a3a83-91b9-4b15-ba6e-dcd6e0692ff4" providerId="ADAL" clId="{E285E6B7-4ACF-4AE2-B2E1-B0774E1C0CD6}" dt="2025-03-28T10:10:02.134" v="422" actId="6549"/>
      <pc:docMkLst>
        <pc:docMk/>
      </pc:docMkLst>
      <pc:sldChg chg="addSp modSp mod">
        <pc:chgData name="BALAKUMARAN S" userId="259a3a83-91b9-4b15-ba6e-dcd6e0692ff4" providerId="ADAL" clId="{E285E6B7-4ACF-4AE2-B2E1-B0774E1C0CD6}" dt="2025-03-28T10:10:02.134" v="422" actId="6549"/>
        <pc:sldMkLst>
          <pc:docMk/>
          <pc:sldMk cId="2009166135" sldId="256"/>
        </pc:sldMkLst>
        <pc:spChg chg="mod">
          <ac:chgData name="BALAKUMARAN S" userId="259a3a83-91b9-4b15-ba6e-dcd6e0692ff4" providerId="ADAL" clId="{E285E6B7-4ACF-4AE2-B2E1-B0774E1C0CD6}" dt="2025-03-28T04:56:28.737" v="286" actId="1035"/>
          <ac:spMkLst>
            <pc:docMk/>
            <pc:sldMk cId="2009166135" sldId="256"/>
            <ac:spMk id="2" creationId="{87184DDC-6B17-F2BB-1E85-5177A9F5AD33}"/>
          </ac:spMkLst>
        </pc:spChg>
        <pc:spChg chg="mod">
          <ac:chgData name="BALAKUMARAN S" userId="259a3a83-91b9-4b15-ba6e-dcd6e0692ff4" providerId="ADAL" clId="{E285E6B7-4ACF-4AE2-B2E1-B0774E1C0CD6}" dt="2025-03-28T10:01:07.779" v="380" actId="20577"/>
          <ac:spMkLst>
            <pc:docMk/>
            <pc:sldMk cId="2009166135" sldId="256"/>
            <ac:spMk id="3" creationId="{06DA6763-0918-08A7-39A2-35A916EE4DCB}"/>
          </ac:spMkLst>
        </pc:spChg>
        <pc:spChg chg="mod">
          <ac:chgData name="BALAKUMARAN S" userId="259a3a83-91b9-4b15-ba6e-dcd6e0692ff4" providerId="ADAL" clId="{E285E6B7-4ACF-4AE2-B2E1-B0774E1C0CD6}" dt="2025-03-28T04:54:32.742" v="179" actId="1076"/>
          <ac:spMkLst>
            <pc:docMk/>
            <pc:sldMk cId="2009166135" sldId="256"/>
            <ac:spMk id="4" creationId="{7425600F-CB54-6A09-44AB-F97FEAF52721}"/>
          </ac:spMkLst>
        </pc:spChg>
        <pc:spChg chg="mod">
          <ac:chgData name="BALAKUMARAN S" userId="259a3a83-91b9-4b15-ba6e-dcd6e0692ff4" providerId="ADAL" clId="{E285E6B7-4ACF-4AE2-B2E1-B0774E1C0CD6}" dt="2025-03-28T04:24:22.601" v="102" actId="1076"/>
          <ac:spMkLst>
            <pc:docMk/>
            <pc:sldMk cId="2009166135" sldId="256"/>
            <ac:spMk id="5" creationId="{72CCF637-6F37-CA8C-0F10-2E32580138B4}"/>
          </ac:spMkLst>
        </pc:spChg>
        <pc:spChg chg="mod">
          <ac:chgData name="BALAKUMARAN S" userId="259a3a83-91b9-4b15-ba6e-dcd6e0692ff4" providerId="ADAL" clId="{E285E6B7-4ACF-4AE2-B2E1-B0774E1C0CD6}" dt="2025-03-28T04:01:19.127" v="0" actId="14100"/>
          <ac:spMkLst>
            <pc:docMk/>
            <pc:sldMk cId="2009166135" sldId="256"/>
            <ac:spMk id="6" creationId="{16DAA42A-D6B4-F2B3-3C02-2F91651BC0CE}"/>
          </ac:spMkLst>
        </pc:spChg>
        <pc:spChg chg="add mod">
          <ac:chgData name="BALAKUMARAN S" userId="259a3a83-91b9-4b15-ba6e-dcd6e0692ff4" providerId="ADAL" clId="{E285E6B7-4ACF-4AE2-B2E1-B0774E1C0CD6}" dt="2025-03-28T04:03:55.233" v="77" actId="20577"/>
          <ac:spMkLst>
            <pc:docMk/>
            <pc:sldMk cId="2009166135" sldId="256"/>
            <ac:spMk id="7" creationId="{29EFA066-A0B2-E29B-5C12-6FD5E59343FB}"/>
          </ac:spMkLst>
        </pc:spChg>
        <pc:spChg chg="add mod">
          <ac:chgData name="BALAKUMARAN S" userId="259a3a83-91b9-4b15-ba6e-dcd6e0692ff4" providerId="ADAL" clId="{E285E6B7-4ACF-4AE2-B2E1-B0774E1C0CD6}" dt="2025-03-28T10:10:02.134" v="422" actId="6549"/>
          <ac:spMkLst>
            <pc:docMk/>
            <pc:sldMk cId="2009166135" sldId="256"/>
            <ac:spMk id="8" creationId="{8EC21333-F28F-2B9E-3186-BEDD66EBFFD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63D6B5-C8F9-3D5A-D046-00095FBAF2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4FA26E-890B-CC80-26B6-104B982932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D128D-75A6-4453-0AC0-1E8088995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860F8-E05F-49A3-A5D9-F11C94A3DC9F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B0265-AB9D-0C28-9BA1-4FEE7AC72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5AA8BF-7E0E-DFE9-1336-DCFAA0090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9407-F8BE-4ED1-9969-84463AD9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75390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37DF1-041A-9255-B76E-373A5491E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E0DB3-D0D3-C8B6-A68B-51F7A46343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26392-F733-D68E-FDB2-E6276FE7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860F8-E05F-49A3-A5D9-F11C94A3DC9F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BA248-ECD2-E657-0C1C-27F40CA5C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1CF4E-5EDD-E4F4-601D-0683D3E5F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9407-F8BE-4ED1-9969-84463AD9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144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301BF-398A-351F-5B85-A06118D33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84AF4F-6054-8579-86DF-B1915E069A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EDEE3-CCFD-46A4-13D3-C22B4B04E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860F8-E05F-49A3-A5D9-F11C94A3DC9F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6EFB0-CF14-FAAB-7B9E-90CB81C460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DC082-FE21-1E61-65B5-67B956491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9407-F8BE-4ED1-9969-84463AD9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310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10C9-F752-4F75-6DE8-3695362D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99282-1940-5C43-8896-693883FC52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6BCBC2-F524-8684-F463-BA8DFAA10B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253E1D-3F81-32E5-24C2-B0142BEB7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860F8-E05F-49A3-A5D9-F11C94A3DC9F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3023E-7BA9-8AE9-B806-BA6434583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C620EB-648A-60C5-A5A8-1884D1A1D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9407-F8BE-4ED1-9969-84463AD9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4033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9C821-272B-C3A7-7DD7-61EF00126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5BD36-633D-A203-EAA1-50D5C76E7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4B8803-B7F1-1DCE-F8DA-008F6FA913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CC0ED6-903A-9931-3F01-9E9C075969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BBE61F-F26A-3303-29FF-EE108B44B4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6A55B1-6B8B-4E48-7D49-74003D58B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860F8-E05F-49A3-A5D9-F11C94A3DC9F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41E2393-441F-B7A1-C4B9-B63E81B62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54341C-F425-9149-2191-284A5B1C2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9407-F8BE-4ED1-9969-84463AD9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14329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9B0EB-A9AA-8921-6876-2DF1593E4B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33172C-96DE-156A-EB55-775B6D8DA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860F8-E05F-49A3-A5D9-F11C94A3DC9F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8B25A9-E63E-28DF-80D7-20D11E0088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214520-6EC3-4DD6-72A0-D6CD46E54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9407-F8BE-4ED1-9969-84463AD9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457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62BE9F8-C3E5-A5F3-B019-A97E46A1E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860F8-E05F-49A3-A5D9-F11C94A3DC9F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B2EAD4-043E-D2CB-021E-79B6D9932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4CBEA9-9B31-430A-7FC6-4F2EC68C0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9407-F8BE-4ED1-9969-84463AD9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5012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0FD22-E2E2-DAD1-B69E-8A0552D80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81EC06-4257-ACD2-8BD8-5D7A0658B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9641E4-A6D3-F146-9B1C-8CC4EE67EC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8D1BE1-AD71-B7CF-F1C4-06D88AC59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860F8-E05F-49A3-A5D9-F11C94A3DC9F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950191-36A5-9274-6B54-F8484AC46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FE48FD-20D3-FDBF-A5A5-DCC371098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9407-F8BE-4ED1-9969-84463AD9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4338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596C2-E02B-D308-9EB9-14310532F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59E16C-1D78-29FB-AED3-360F138C91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20EB6F-DE57-9033-3DB6-DD7C8F6A5C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EDF303-499C-78E9-28BC-E463D0A77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860F8-E05F-49A3-A5D9-F11C94A3DC9F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797872-74A0-6F10-C560-5119C2F82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B45564-C02D-BFC0-C37A-B28DD9933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9407-F8BE-4ED1-9969-84463AD9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1282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EB339-FF8F-DBF5-3637-85FE57E2A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F10C53-F038-E840-06B6-7DE08FD0EB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0C8CEF-A1E2-B8EE-BE84-760AD9877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860F8-E05F-49A3-A5D9-F11C94A3DC9F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967CE-5C4F-A611-6E54-DFC29C83F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18307-2873-E540-657F-E968830E4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9407-F8BE-4ED1-9969-84463AD9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29507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714FC7-71B0-C027-9F8B-EA019E0659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3E01E7-06A8-9A80-4171-B419B0C70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4A7A94-A97B-4FE4-BA56-A9983A9CB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860F8-E05F-49A3-A5D9-F11C94A3DC9F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967E5D-FAD7-668C-1ED5-EBD0DBBC7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95602-5691-7FFF-3FA5-417F70738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9407-F8BE-4ED1-9969-84463AD9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67990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25E6FF-42FC-558B-F104-3DB8529AF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EB398-2756-0742-1706-C4FE64E1C2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DF0EF-B7B3-8FA4-3BFD-A37AC04DB4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1860F8-E05F-49A3-A5D9-F11C94A3DC9F}" type="datetimeFigureOut">
              <a:rPr lang="en-IN" smtClean="0"/>
              <a:t>28-03-2025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6D56A-44D4-1053-3B10-626BF0A1E0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C76C9-4A7E-639B-3DA5-A532B9F7E6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9B9407-F8BE-4ED1-9969-84463AD98D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913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6DAA42A-D6B4-F2B3-3C02-2F91651BC0CE}"/>
              </a:ext>
            </a:extLst>
          </p:cNvPr>
          <p:cNvSpPr/>
          <p:nvPr/>
        </p:nvSpPr>
        <p:spPr>
          <a:xfrm>
            <a:off x="0" y="0"/>
            <a:ext cx="12192000" cy="4391129"/>
          </a:xfrm>
          <a:prstGeom prst="rect">
            <a:avLst/>
          </a:prstGeom>
          <a:solidFill>
            <a:srgbClr val="F5F5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184DDC-6B17-F2BB-1E85-5177A9F5A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0469" y="1103247"/>
            <a:ext cx="9497961" cy="2387600"/>
          </a:xfrm>
        </p:spPr>
        <p:txBody>
          <a:bodyPr>
            <a:normAutofit fontScale="90000"/>
          </a:bodyPr>
          <a:lstStyle/>
          <a:p>
            <a:pPr algn="l"/>
            <a:br>
              <a:rPr lang="en-IN" b="1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</a:br>
            <a:br>
              <a:rPr lang="en-IN" b="1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</a:br>
            <a:r>
              <a:rPr lang="en-IN" b="1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 </a:t>
            </a:r>
            <a:br>
              <a:rPr lang="en-IN" b="1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</a:br>
            <a:br>
              <a:rPr lang="en-IN" b="1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</a:br>
            <a:r>
              <a:rPr lang="en-IN" b="1" i="0" dirty="0">
                <a:solidFill>
                  <a:srgbClr val="333333"/>
                </a:solidFill>
                <a:effectLst/>
                <a:latin typeface="Source Sans Pro" panose="020B0503030403020204" pitchFamily="34" charset="0"/>
              </a:rPr>
              <a:t>🚨 </a:t>
            </a:r>
            <a:r>
              <a:rPr lang="en-IN" b="1" i="0" dirty="0" err="1">
                <a:solidFill>
                  <a:srgbClr val="333333"/>
                </a:solidFill>
                <a:effectLst/>
                <a:latin typeface="Source Sans Pro" panose="020F0502020204030204" pitchFamily="34" charset="0"/>
              </a:rPr>
              <a:t>CrimeSpot</a:t>
            </a:r>
            <a:r>
              <a:rPr lang="en-IN" b="1" i="0" dirty="0">
                <a:solidFill>
                  <a:srgbClr val="333333"/>
                </a:solidFill>
                <a:effectLst/>
                <a:latin typeface="Source Sans Pro" panose="020F0502020204030204" pitchFamily="34" charset="0"/>
              </a:rPr>
              <a:t>: Crime Analysis                 	&amp;Prediction Platform</a:t>
            </a:r>
            <a:br>
              <a:rPr lang="en-IN" b="1" i="0" dirty="0">
                <a:solidFill>
                  <a:srgbClr val="333333"/>
                </a:solidFill>
                <a:effectLst/>
                <a:latin typeface="Source Sans Pro" panose="020F0502020204030204" pitchFamily="34" charset="0"/>
              </a:rPr>
            </a:b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CCF637-6F37-CA8C-0F10-2E32580138B4}"/>
              </a:ext>
            </a:extLst>
          </p:cNvPr>
          <p:cNvSpPr/>
          <p:nvPr/>
        </p:nvSpPr>
        <p:spPr>
          <a:xfrm>
            <a:off x="-98809" y="4320791"/>
            <a:ext cx="12550391" cy="2803490"/>
          </a:xfrm>
          <a:prstGeom prst="rect">
            <a:avLst/>
          </a:prstGeom>
          <a:solidFill>
            <a:srgbClr val="2C3E50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DA6763-0918-08A7-39A2-35A916EE4D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55987" y="2803317"/>
            <a:ext cx="9144000" cy="165576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-By Balakumaran S, 5 Year Integrated </a:t>
            </a:r>
            <a:r>
              <a:rPr lang="en-US" dirty="0" err="1"/>
              <a:t>M.Tech</a:t>
            </a:r>
            <a:r>
              <a:rPr lang="en-US" dirty="0"/>
              <a:t>(CSE) </a:t>
            </a:r>
          </a:p>
          <a:p>
            <a:pPr algn="just"/>
            <a:r>
              <a:rPr lang="en-US" dirty="0"/>
              <a:t>        Srinivasan M,      5 Year Integrated </a:t>
            </a:r>
            <a:r>
              <a:rPr lang="en-US" dirty="0" err="1"/>
              <a:t>M.Tech</a:t>
            </a:r>
            <a:r>
              <a:rPr lang="en-US" dirty="0"/>
              <a:t>(CSE) </a:t>
            </a:r>
          </a:p>
          <a:p>
            <a:pPr algn="just"/>
            <a:r>
              <a:rPr lang="en-US" dirty="0"/>
              <a:t>        Barath J,                5 Year Integrated </a:t>
            </a:r>
            <a:r>
              <a:rPr lang="en-US" dirty="0" err="1"/>
              <a:t>M.Tech</a:t>
            </a:r>
            <a:r>
              <a:rPr lang="en-US" dirty="0"/>
              <a:t>(CSE)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25600F-CB54-6A09-44AB-F97FEAF52721}"/>
              </a:ext>
            </a:extLst>
          </p:cNvPr>
          <p:cNvSpPr txBox="1"/>
          <p:nvPr/>
        </p:nvSpPr>
        <p:spPr>
          <a:xfrm>
            <a:off x="790469" y="4993768"/>
            <a:ext cx="10554120" cy="426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90000"/>
              </a:lnSpc>
              <a:spcBef>
                <a:spcPts val="1000"/>
              </a:spcBef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Guided By: Dr. Suresh Jaganathan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EFA066-A0B2-E29B-5C12-6FD5E59343FB}"/>
              </a:ext>
            </a:extLst>
          </p:cNvPr>
          <p:cNvSpPr txBox="1"/>
          <p:nvPr/>
        </p:nvSpPr>
        <p:spPr>
          <a:xfrm>
            <a:off x="1061125" y="752860"/>
            <a:ext cx="74292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333333"/>
                </a:solidFill>
                <a:latin typeface="Source Sans Pro" panose="020F0502020204030204" pitchFamily="34" charset="0"/>
                <a:ea typeface="+mj-ea"/>
                <a:cs typeface="+mj-cs"/>
              </a:rPr>
              <a:t>Cyber Hackathon – </a:t>
            </a:r>
            <a:r>
              <a:rPr lang="en-US" dirty="0" err="1">
                <a:solidFill>
                  <a:srgbClr val="333333"/>
                </a:solidFill>
                <a:latin typeface="Source Sans Pro" panose="020F0502020204030204" pitchFamily="34" charset="0"/>
                <a:ea typeface="+mj-ea"/>
                <a:cs typeface="+mj-cs"/>
              </a:rPr>
              <a:t>Thoothukudi</a:t>
            </a:r>
            <a:r>
              <a:rPr lang="en-US" dirty="0">
                <a:solidFill>
                  <a:srgbClr val="333333"/>
                </a:solidFill>
                <a:latin typeface="Source Sans Pro" panose="020F0502020204030204" pitchFamily="34" charset="0"/>
                <a:ea typeface="+mj-ea"/>
                <a:cs typeface="+mj-cs"/>
              </a:rPr>
              <a:t> District</a:t>
            </a:r>
            <a:endParaRPr lang="en-IN" dirty="0">
              <a:solidFill>
                <a:srgbClr val="333333"/>
              </a:solidFill>
              <a:latin typeface="Source Sans Pro" panose="020F0502020204030204" pitchFamily="34" charset="0"/>
              <a:ea typeface="+mj-ea"/>
              <a:cs typeface="+mj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C21333-F28F-2B9E-3186-BEDD66EBFFD4}"/>
              </a:ext>
            </a:extLst>
          </p:cNvPr>
          <p:cNvSpPr txBox="1"/>
          <p:nvPr/>
        </p:nvSpPr>
        <p:spPr>
          <a:xfrm>
            <a:off x="790469" y="5442983"/>
            <a:ext cx="84518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College     </a:t>
            </a:r>
            <a:r>
              <a:rPr lang="en-US" sz="2400" dirty="0">
                <a:solidFill>
                  <a:schemeClr val="bg1"/>
                </a:solidFill>
              </a:rPr>
              <a:t>: Sri </a:t>
            </a:r>
            <a:r>
              <a:rPr lang="en-US" sz="2400" dirty="0" err="1">
                <a:solidFill>
                  <a:schemeClr val="bg1"/>
                </a:solidFill>
              </a:rPr>
              <a:t>Sivasubramaniya</a:t>
            </a:r>
            <a:r>
              <a:rPr lang="en-US" sz="2400" dirty="0">
                <a:solidFill>
                  <a:schemeClr val="bg1"/>
                </a:solidFill>
              </a:rPr>
              <a:t> Nadar College of Engineering.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91661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76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Source Sans Pro</vt:lpstr>
      <vt:lpstr>Office Theme</vt:lpstr>
      <vt:lpstr>     🚨 CrimeSpot: Crime Analysis                  &amp;Prediction Platform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BALAKUMARAN S</dc:creator>
  <cp:lastModifiedBy>BALAKUMARAN S</cp:lastModifiedBy>
  <cp:revision>1</cp:revision>
  <dcterms:created xsi:type="dcterms:W3CDTF">2025-03-27T17:06:07Z</dcterms:created>
  <dcterms:modified xsi:type="dcterms:W3CDTF">2025-03-28T10:10:12Z</dcterms:modified>
</cp:coreProperties>
</file>